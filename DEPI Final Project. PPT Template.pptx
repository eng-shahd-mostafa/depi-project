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54738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753848"/>
            <a:ext cx="10382435" cy="416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1: Cover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Slide3: Project Wireframe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user journey (from onboarding to core features) |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11/30/25</a:t>
            </a:r>
            <a:endParaRPr dirty="0"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Data flow (how data is collected, stored, and accessed).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1E5390B-B48C-13AC-3A51-0E29BA8D346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sz="18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4158FA-5A66-DD71-FB0E-0599E12140E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10: Thank You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lang="en-US" sz="22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r="37210"/>
          <a:stretch/>
        </p:blipFill>
        <p:spPr>
          <a:xfrm>
            <a:off x="3581401" y="833618"/>
            <a:ext cx="3259238" cy="51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for DEPI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Feel free To use it  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3780D9-C96C-A177-A872-B92ACFDD129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869" y="1603947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1F1AEC-48E9-F4E8-B40E-4B2E0BCA40B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31617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485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محمد اشرف عبدالله مطر</cp:lastModifiedBy>
  <cp:revision>4</cp:revision>
  <dcterms:created xsi:type="dcterms:W3CDTF">2024-03-14T10:03:54Z</dcterms:created>
  <dcterms:modified xsi:type="dcterms:W3CDTF">2026-07-01T10:35:52Z</dcterms:modified>
</cp:coreProperties>
</file>